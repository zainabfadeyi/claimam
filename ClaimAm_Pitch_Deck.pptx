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ClaimAm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0F9F6"/>
                </a:solidFill>
                <a:latin typeface="Arial"/>
              </a:rPr>
              <a:t>Find the support you deserve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0F9F6"/>
                </a:solidFill>
                <a:latin typeface="Arial"/>
              </a:rPr>
              <a:t>Plain-language guide to Nigerian support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23 verified programs  ·  Always free  ·  English &amp; Pidgin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6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4D3A"/>
                </a:solidFill>
                <a:latin typeface="Arial"/>
              </a:rPr>
              <a:t>ClaimAm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293B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•  </a:t>
            </a:r>
            <a:r>
              <a:rPr sz="2200">
                <a:solidFill>
                  <a:srgbClr val="1E293B"/>
                </a:solidFill>
                <a:latin typeface="Arial"/>
              </a:rPr>
              <a:t>Millions qualify for support — few ever claim it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•  </a:t>
            </a:r>
            <a:r>
              <a:rPr sz="2200">
                <a:solidFill>
                  <a:srgbClr val="1E293B"/>
                </a:solidFill>
                <a:latin typeface="Arial"/>
              </a:rPr>
              <a:t>Programs scattered across many portals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•  </a:t>
            </a:r>
            <a:r>
              <a:rPr sz="2200">
                <a:solidFill>
                  <a:srgbClr val="1E293B"/>
                </a:solidFill>
                <a:latin typeface="Arial"/>
              </a:rPr>
              <a:t>Written in bureaucratic language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•  </a:t>
            </a:r>
            <a:r>
              <a:rPr sz="2200">
                <a:solidFill>
                  <a:srgbClr val="1E293B"/>
                </a:solidFill>
                <a:latin typeface="Arial"/>
              </a:rPr>
              <a:t>People don't know what they qualify for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•  </a:t>
            </a:r>
            <a:r>
              <a:rPr sz="2200">
                <a:solidFill>
                  <a:srgbClr val="1E293B"/>
                </a:solidFill>
                <a:latin typeface="Arial"/>
              </a:rPr>
              <a:t>One mistake on a form = rejection, no explanation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6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4D3A"/>
                </a:solidFill>
                <a:latin typeface="Arial"/>
              </a:rPr>
              <a:t>ClaimAm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293B"/>
                </a:solidFill>
                <a:latin typeface="Arial"/>
              </a:rPr>
              <a:t>How ClaimAm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•  </a:t>
            </a:r>
            <a:r>
              <a:rPr sz="2200">
                <a:solidFill>
                  <a:srgbClr val="1E293B"/>
                </a:solidFill>
                <a:latin typeface="Arial"/>
              </a:rPr>
              <a:t>Describe your situation — plain English or Pidgin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•  </a:t>
            </a:r>
            <a:r>
              <a:rPr sz="2200">
                <a:solidFill>
                  <a:srgbClr val="1E293B"/>
                </a:solidFill>
                <a:latin typeface="Arial"/>
              </a:rPr>
              <a:t>AI matches you to real, verified programs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•  </a:t>
            </a:r>
            <a:r>
              <a:rPr sz="2200">
                <a:solidFill>
                  <a:srgbClr val="1E293B"/>
                </a:solidFill>
                <a:latin typeface="Arial"/>
              </a:rPr>
              <a:t>Plain-language reason why you qualify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•  </a:t>
            </a:r>
            <a:r>
              <a:rPr sz="2200">
                <a:solidFill>
                  <a:srgbClr val="1E293B"/>
                </a:solidFill>
                <a:latin typeface="Arial"/>
              </a:rPr>
              <a:t>Step-by-step checklist to prepare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•  </a:t>
            </a:r>
            <a:r>
              <a:rPr sz="2200">
                <a:solidFill>
                  <a:srgbClr val="1E293B"/>
                </a:solidFill>
                <a:latin typeface="Arial"/>
              </a:rPr>
              <a:t>Direct link to apply — official site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0F9F6"/>
                </a:solidFill>
                <a:latin typeface="Arial"/>
              </a:rPr>
              <a:t>ClaimAm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Important Reminder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•  </a:t>
            </a:r>
            <a:r>
              <a:rPr sz="2200">
                <a:solidFill>
                  <a:srgbClr val="FFFFFF"/>
                </a:solidFill>
                <a:latin typeface="Arial"/>
              </a:rPr>
              <a:t>Free to use — always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•  </a:t>
            </a:r>
            <a:r>
              <a:rPr sz="2200">
                <a:solidFill>
                  <a:srgbClr val="FFFFFF"/>
                </a:solidFill>
                <a:latin typeface="Arial"/>
              </a:rPr>
              <a:t>NOT a government service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•  </a:t>
            </a:r>
            <a:r>
              <a:rPr sz="2200">
                <a:solidFill>
                  <a:srgbClr val="FFFFFF"/>
                </a:solidFill>
                <a:latin typeface="Arial"/>
              </a:rPr>
              <a:t>Never charges a fee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•  </a:t>
            </a:r>
            <a:r>
              <a:rPr sz="2200">
                <a:solidFill>
                  <a:srgbClr val="FFFFFF"/>
                </a:solidFill>
                <a:latin typeface="Arial"/>
              </a:rPr>
              <a:t>Never asks for your NIN, BVN, or bank PIN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•  </a:t>
            </a:r>
            <a:r>
              <a:rPr sz="2200">
                <a:solidFill>
                  <a:srgbClr val="FFFFFF"/>
                </a:solidFill>
                <a:latin typeface="Arial"/>
              </a:rPr>
              <a:t>Doesn't submit applications for you — you apply, official site only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•  </a:t>
            </a:r>
            <a:r>
              <a:rPr sz="2200">
                <a:solidFill>
                  <a:srgbClr val="FFFFFF"/>
                </a:solidFill>
                <a:latin typeface="Arial"/>
              </a:rPr>
              <a:t>Beware fake agents &amp; cybercafé scams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6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4D3A"/>
                </a:solidFill>
                <a:latin typeface="Arial"/>
              </a:rPr>
              <a:t>ClaimAm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293B"/>
                </a:solidFill>
                <a:latin typeface="Arial"/>
              </a:rPr>
              <a:t>Education 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0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4D3A"/>
                </a:solidFill>
                <a:latin typeface="Arial"/>
              </a:rPr>
              <a:t>YOU TELL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1E293B"/>
                </a:solidFill>
                <a:latin typeface="Arial"/>
              </a:rPr>
              <a:t>“I'm a 300-level student at a federal university, can't cover this semester's fees, I have my NIN”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Arial"/>
              </a:rPr>
              <a:t>WE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475569"/>
                </a:solidFill>
                <a:latin typeface="Arial"/>
              </a:rPr>
              <a:t>Enrollment status, institution type, NIN, financial need — across 6 scholarship &amp; loan programmes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9709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0F9F6"/>
                </a:solidFill>
                <a:latin typeface="Arial"/>
              </a:rPr>
              <a:t>YOU QUALIFY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NELFUND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0F9F6"/>
                </a:solidFill>
                <a:latin typeface="Arial"/>
              </a:rPr>
              <a:t>Because you're an active student at a federal university with a valid NIN needing tuition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475569"/>
                </a:solidFill>
                <a:latin typeface="Arial"/>
              </a:rPr>
              <a:t>Also checks scholarship criteria — SSCE/UTME scores, CGPA, course of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AAAAA"/>
                </a:solidFill>
                <a:latin typeface="Arial"/>
              </a:rPr>
              <a:t>ClaimAm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6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4D3A"/>
                </a:solidFill>
                <a:latin typeface="Arial"/>
              </a:rPr>
              <a:t>ClaimAm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293B"/>
                </a:solidFill>
                <a:latin typeface="Arial"/>
              </a:rPr>
              <a:t>Jobs 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0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4D3A"/>
                </a:solidFill>
                <a:latin typeface="Arial"/>
              </a:rPr>
              <a:t>YOU TELL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1E293B"/>
                </a:solidFill>
                <a:latin typeface="Arial"/>
              </a:rPr>
              <a:t>“I graduated in 2023, I'm unemployed, and I completed NYSC”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Arial"/>
              </a:rPr>
              <a:t>WE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475569"/>
                </a:solidFill>
                <a:latin typeface="Arial"/>
              </a:rPr>
              <a:t>Age, graduation year, degree class, NYSC &amp; employment status — across 10 job &amp; graduate programmes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9709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0F9F6"/>
                </a:solidFill>
                <a:latin typeface="Arial"/>
              </a:rPr>
              <a:t>YOU QUALIFY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NJFP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0F9F6"/>
                </a:solidFill>
                <a:latin typeface="Arial"/>
              </a:rPr>
              <a:t>Because you graduated after 2022 with an eligible degree class, completed NYSC, and you're unemployed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475569"/>
                </a:solidFill>
                <a:latin typeface="Arial"/>
              </a:rPr>
              <a:t>Also checks eligibility for N-Power, 3MTT, and 7 graduate-trainee programmes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AAAAA"/>
                </a:solidFill>
                <a:latin typeface="Arial"/>
              </a:rPr>
              <a:t>ClaimAm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6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4D3A"/>
                </a:solidFill>
                <a:latin typeface="Arial"/>
              </a:rPr>
              <a:t>ClaimAm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293B"/>
                </a:solidFill>
                <a:latin typeface="Arial"/>
              </a:rPr>
              <a:t>Business &amp; Funding 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0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4D3A"/>
                </a:solidFill>
                <a:latin typeface="Arial"/>
              </a:rPr>
              <a:t>YOU TELL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1E293B"/>
                </a:solidFill>
                <a:latin typeface="Arial"/>
              </a:rPr>
              <a:t>“I run a small trading business and need capital to restock”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Arial"/>
              </a:rPr>
              <a:t>WE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475569"/>
                </a:solidFill>
                <a:latin typeface="Arial"/>
              </a:rPr>
              <a:t>Age, business type, NIN &amp; BVN — across 7 funding programmes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9709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0F9F6"/>
                </a:solidFill>
                <a:latin typeface="Arial"/>
              </a:rPr>
              <a:t>YOU QUALIFY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TraderMoni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0F9F6"/>
                </a:solidFill>
                <a:latin typeface="Arial"/>
              </a:rPr>
              <a:t>Because you're 18-40 with an existing small trading business, NIN and BVN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475569"/>
                </a:solidFill>
                <a:latin typeface="Arial"/>
              </a:rPr>
              <a:t>Also checks non-interest financing (Jaiz, TAJBank) and BOI loan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AAAAA"/>
                </a:solidFill>
                <a:latin typeface="Arial"/>
              </a:rPr>
              <a:t>ClaimAm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6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4D3A"/>
                </a:solidFill>
                <a:latin typeface="Arial"/>
              </a:rPr>
              <a:t>ClaimAm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293B"/>
                </a:solidFill>
                <a:latin typeface="Arial"/>
              </a:rPr>
              <a:t>Women &amp; Family 👩‍👧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0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4D3A"/>
                </a:solidFill>
                <a:latin typeface="Arial"/>
              </a:rPr>
              <a:t>YOU TELL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1E293B"/>
                </a:solidFill>
                <a:latin typeface="Arial"/>
              </a:rPr>
              <a:t>“I'm a woman running a small business and want to grow it”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Arial"/>
              </a:rPr>
              <a:t>WE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475569"/>
                </a:solidFill>
                <a:latin typeface="Arial"/>
              </a:rPr>
              <a:t>Gender, business sector, business size — across 2 women-focused programmes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9709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0F9F6"/>
                </a:solidFill>
                <a:latin typeface="Arial"/>
              </a:rPr>
              <a:t>YOU QUALIFY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BOI GLOW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0F9F6"/>
                </a:solidFill>
                <a:latin typeface="Arial"/>
              </a:rPr>
              <a:t>Because you lead a business in an eligible sector — manufacturing, ICT, e-commerce, and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475569"/>
                </a:solidFill>
                <a:latin typeface="Arial"/>
              </a:rPr>
              <a:t>Also checks MarketMoni eligibility for market traders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AAAAA"/>
                </a:solidFill>
                <a:latin typeface="Arial"/>
              </a:rPr>
              <a:t>ClaimAm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6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4D3A"/>
                </a:solidFill>
                <a:latin typeface="Arial"/>
              </a:rPr>
              <a:t>ClaimAm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293B"/>
                </a:solidFill>
                <a:latin typeface="Arial"/>
              </a:rPr>
              <a:t>Agriculture 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0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4D3A"/>
                </a:solidFill>
                <a:latin typeface="Arial"/>
              </a:rPr>
              <a:t>YOU TELL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1E293B"/>
                </a:solidFill>
                <a:latin typeface="Arial"/>
              </a:rPr>
              <a:t>“I farm cassava and need capital for the next planting season”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Arial"/>
              </a:rPr>
              <a:t>WE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475569"/>
                </a:solidFill>
                <a:latin typeface="Arial"/>
              </a:rPr>
              <a:t>Farming activity, age, cooperative membership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9709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0F9F6"/>
                </a:solidFill>
                <a:latin typeface="Arial"/>
              </a:rPr>
              <a:t>YOU QUALIFY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FarmerMoni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0F9F6"/>
                </a:solidFill>
                <a:latin typeface="Arial"/>
              </a:rPr>
              <a:t>Because you're 18-55 and engaged in farming needing working 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475569"/>
                </a:solidFill>
                <a:latin typeface="Arial"/>
              </a:rPr>
              <a:t>One dedicated programme today — more added as data is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AAAAA"/>
                </a:solidFill>
                <a:latin typeface="Arial"/>
              </a:rPr>
              <a:t>ClaimAm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6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4D3A"/>
                </a:solidFill>
                <a:latin typeface="Arial"/>
              </a:rPr>
              <a:t>ClaimAm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293B"/>
                </a:solidFill>
                <a:latin typeface="Arial"/>
              </a:rPr>
              <a:t>Youth Opportunities 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0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4D3A"/>
                </a:solidFill>
                <a:latin typeface="Arial"/>
              </a:rPr>
              <a:t>YOU TELL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1E293B"/>
                </a:solidFill>
                <a:latin typeface="Arial"/>
              </a:rPr>
              <a:t>“I'm 22, unemployed, and want free tech skills training”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Arial"/>
              </a:rPr>
              <a:t>WE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475569"/>
                </a:solidFill>
                <a:latin typeface="Arial"/>
              </a:rPr>
              <a:t>Age (18-35) and interest — across the same 10 job &amp; training programmes as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9709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0F9F6"/>
                </a:solidFill>
                <a:latin typeface="Arial"/>
              </a:rPr>
              <a:t>YOU QUALIFY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3MTT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0F9F6"/>
                </a:solidFill>
                <a:latin typeface="Arial"/>
              </a:rPr>
              <a:t>Because you're within the youth age range and want digital skills — no experience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475569"/>
                </a:solidFill>
                <a:latin typeface="Arial"/>
              </a:rPr>
              <a:t>Same criteria-matching as Jobs, filtered to the 18-35 age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AAAAA"/>
                </a:solidFill>
                <a:latin typeface="Arial"/>
              </a:rPr>
              <a:t>ClaimAm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0F9F6"/>
                </a:solidFill>
                <a:latin typeface="Arial"/>
              </a:rPr>
              <a:t>ClaimAm — find the support you deserve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Free. Honest. No fees, ever.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